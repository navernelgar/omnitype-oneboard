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800000"/>
            <a:ext cx="93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Pretendard"/>
              </a:defRPr>
            </a:pPr>
            <a:r>
              <a:t>OmniType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3240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OneBoard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468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Pretendard"/>
              </a:defRPr>
            </a:pPr>
            <a:r>
              <a:t>One Keyboard, Every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760000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  <a:latin typeface="Pretendard"/>
              </a:defRPr>
            </a:pPr>
            <a:r>
              <a:t>2026 Lee Sujin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620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0" y="162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62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왜 필요한가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2052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106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2106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Just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210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해결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538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2592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Keyboard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2592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키보드 레이아웃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0" y="3024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3078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307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Language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307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언어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3510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3564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3564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Shortcuts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356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단축키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3996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000" y="4050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405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405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핵심 숫자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0" y="4482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4536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0000" y="4536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0" y="453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기존 IME vs OmniType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" y="4968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000" y="5022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0000" y="5022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Accessibility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0" y="5022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접근성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0000" y="5454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0000" y="5508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60000" y="5508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0000" y="550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안전장치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0000" y="5940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0000" y="5994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040"/>
                </a:solidFill>
                <a:latin typeface="Pretendard"/>
              </a:defRPr>
            </a:pPr>
            <a: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0000" y="5994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Tech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000" y="599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기술 구조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0000" y="6426000"/>
            <a:ext cx="9720000" cy="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Pretendard"/>
              </a:defRPr>
            </a:pPr>
            <a:r>
              <a:t>Multilingual input is stuck in the 90s.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340000"/>
            <a:ext cx="2520000" cy="32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000" y="27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Keyboard 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3420000"/>
            <a:ext cx="19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One shortcut per language.</a:t>
            </a:r>
            <a:br/>
            <a:r>
              <a:t>Conflicts guaranteed.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8000" y="2340000"/>
            <a:ext cx="2520000" cy="32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6000" y="27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Driver Bloat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6000" y="3420000"/>
            <a:ext cx="19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Separate install</a:t>
            </a:r>
            <a:br/>
            <a:r>
              <a:t>for each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000" y="2340000"/>
            <a:ext cx="2520000" cy="32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7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Legacy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4000" y="3420000"/>
            <a:ext cx="19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Old OS, IoT =</a:t>
            </a:r>
            <a:br/>
            <a:r>
              <a:t>no multilingual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340000"/>
            <a:ext cx="2520000" cy="32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2000" y="27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Learning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2000" y="3420000"/>
            <a:ext cx="1944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New language =</a:t>
            </a:r>
            <a:br/>
            <a:r>
              <a:t>new muscle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retendard"/>
              </a:defRPr>
            </a:pPr>
            <a:r>
              <a:t>Just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2880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Pretendard"/>
              </a:defRPr>
            </a:pPr>
            <a:r>
              <a:t>Like Korean and English.</a:t>
            </a:r>
            <a:br/>
            <a:r>
              <a:t>Same sound = same key.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0" y="4500000"/>
            <a:ext cx="1800000" cy="126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8000" y="4680000"/>
            <a:ext cx="158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ㄱ  =  k  =  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8000" y="5292000"/>
            <a:ext cx="15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C040"/>
                </a:solidFill>
                <a:latin typeface="Pretendard"/>
              </a:defRPr>
            </a:pPr>
            <a:r>
              <a:t>Same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0000" y="4500000"/>
            <a:ext cx="1800000" cy="126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28000" y="4680000"/>
            <a:ext cx="158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ㄴ  =  n  =  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8000" y="5292000"/>
            <a:ext cx="15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C040"/>
                </a:solidFill>
                <a:latin typeface="Pretendard"/>
              </a:defRPr>
            </a:pPr>
            <a:r>
              <a:t>Same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0000" y="4500000"/>
            <a:ext cx="1800000" cy="126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8000" y="4680000"/>
            <a:ext cx="158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ㅁ  =  m  =  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8000" y="5292000"/>
            <a:ext cx="15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C040"/>
                </a:solidFill>
                <a:latin typeface="Pretendard"/>
              </a:defRPr>
            </a:pPr>
            <a:r>
              <a:t>Same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Korean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자음 = blue  |  모음 = green  |  같은 위치 = 같은 소리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999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998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97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96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1995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yo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7994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yeo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3993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9992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ae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991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999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5998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97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996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3995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9994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5993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eo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1992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7991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68000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3999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98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ch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5997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31996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yu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7995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u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991994" y="3888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63994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63994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eu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360000" y="1800000"/>
            <a:ext cx="900000" cy="468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32000" y="190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80FF"/>
                </a:solidFill>
                <a:latin typeface="Pretendard"/>
              </a:defRPr>
            </a:pPr>
            <a:r>
              <a:t>자음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440000" y="1800000"/>
            <a:ext cx="900000" cy="468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12000" y="190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0C070"/>
                </a:solidFill>
                <a:latin typeface="Pretendard"/>
              </a:defRPr>
            </a:pPr>
            <a:r>
              <a:t>모음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ㄱ ] + [ ㅏ ]  →  가     [ ㅎ ] + [ ㅏ ] + [ ㄴ ]  →  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Pretendard"/>
              </a:defRPr>
            </a:pPr>
            <a:r>
              <a:t>No number key needed — jamo combination is unique.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Same physical key = same sound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j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z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994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63994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h ] + [ e ] + [ l ] + [ l ] + [ o ]  →  hello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Pretendard"/>
              </a:defRPr>
            </a:pPr>
            <a:r>
              <a:t>Just type. One key = one letter.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日本語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か = k+a  |  Consonant + Vowel = Kana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999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998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97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96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1995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7994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ya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3993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9992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wa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991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999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5998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97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996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3995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9994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ki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5993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si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1992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ti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7991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ni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68000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ga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3999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za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98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da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5997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ba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31996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pa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り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7995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ri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991994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63994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63994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ru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k ] + [ a ]  →  か     [ s ] + [ u ]  →  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Pretendard"/>
              </a:defRPr>
            </a:pPr>
            <a:r>
              <a:t>한/영+3+1 = ひらがな  |  한/영+3+2 = カタカナ  |  한/영+3+3 = 漢字変換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中文 (Pinyin)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Type pinyin → number key selects tone → character appears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999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998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97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96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1995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7994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3993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9992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991" y="2376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999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5998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97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996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3995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9994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j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5993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1992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7991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z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68000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ㄗ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3999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98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ㄘ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5997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31996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7995" y="4464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m ] + [ a ] + [ 1 ]  →  妈  (mā) 1st tone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m ] + [ a ] + [ 3 ]  →  马  (mǎ) 3rd 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العربية (Arabic)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28 consonants + 3 vowel marks  |  Right-to-left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9994" y="3420000"/>
            <a:ext cx="86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0C040"/>
                </a:solidFill>
                <a:latin typeface="Pretendard"/>
              </a:defRPr>
            </a:pPr>
            <a: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ر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1994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3994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ز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ب ] + [ ـَ ]  →  بَ  (ba)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Vowel marks ( ـَ ـِ ـُ ) added via modifier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Keyboard — Русский (Russian)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21 consonants + 10 vowels  |  Cyrillic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7999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1998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3998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7997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9997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3996" y="1800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5996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9995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1995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994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7994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1993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3993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7992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9992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991" y="1800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5991" y="1908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7999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999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3998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5998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39997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1997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5996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7996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1995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43995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7994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9994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3993" y="2844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5993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19992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1992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5991" y="2844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07991" y="2952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96000" y="3888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68000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11999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3999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27998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9998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43997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5997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59996" y="3888000"/>
            <a:ext cx="1007999" cy="9360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1996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75995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7995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1994" y="3888000"/>
            <a:ext cx="1007999" cy="936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63994" y="3996000"/>
            <a:ext cx="8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0000" y="5040000"/>
            <a:ext cx="1080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000" y="514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C040"/>
                </a:solidFill>
                <a:latin typeface="Pretendard"/>
              </a:defRPr>
            </a:pPr>
            <a:r>
              <a:t>[ п ] + [ р ] + [ и ] + [ в ] + [ е ] + [ т ]  →  привет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000" y="5832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Pretendard"/>
              </a:defRPr>
            </a:pPr>
            <a:r>
              <a:t>Type letter by letter — just like English. No tone, no number key.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Custom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Pretendard"/>
              </a:defRPr>
            </a:pPr>
            <a:r>
              <a:t>Make it yours.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040000" cy="198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223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Languages                                          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0000" y="2628000"/>
            <a:ext cx="4320000" cy="360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0000" y="264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Search...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060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000" y="309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한국어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6000" y="3060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8000" y="309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2000" y="3060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4000" y="309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日本語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8000" y="3060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0" y="3096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中文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3528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000" y="356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العربية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6000" y="3528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8000" y="356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Русский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2000" y="3528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4000" y="356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हिन्दी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8000" y="3528000"/>
            <a:ext cx="1007999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0" y="3564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0C040"/>
                </a:solidFill>
                <a:latin typeface="Pretendard"/>
              </a:defRPr>
            </a:pPr>
            <a:r>
              <a:t>ไทย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0" y="4031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88"/>
                </a:solidFill>
                <a:latin typeface="Pretendard"/>
              </a:defRPr>
            </a:pPr>
            <a:r>
              <a:t>↕ scroll 195+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424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C040"/>
                </a:solidFill>
                <a:latin typeface="Pretendard"/>
              </a:defRPr>
            </a:pPr>
            <a:r>
              <a:t>▼ drag &amp; drop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4608000"/>
            <a:ext cx="5040000" cy="90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0000" y="4644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My Slots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0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6000" y="498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0C040"/>
                </a:solidFill>
                <a:latin typeface="Pretendard"/>
              </a:defRPr>
            </a:pPr>
            <a:r>
              <a:t>한국어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36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2000" y="498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0C040"/>
                </a:solidFill>
                <a:latin typeface="Pretendard"/>
              </a:defRPr>
            </a:pPr>
            <a:r>
              <a:t>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92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8000" y="4986000"/>
            <a:ext cx="6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0C040"/>
                </a:solidFill>
                <a:latin typeface="Pretendard"/>
              </a:defRPr>
            </a:pPr>
            <a:r>
              <a:t>日本語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8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4000" y="4986000"/>
            <a:ext cx="25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04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0000" y="4986000"/>
            <a:ext cx="25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60000" y="4968000"/>
            <a:ext cx="684000" cy="396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6000" y="4986000"/>
            <a:ext cx="25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5688000"/>
            <a:ext cx="5040000" cy="5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0000" y="576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Pretendard"/>
              </a:defRPr>
            </a:pPr>
            <a:r>
              <a:t>Script Variants (ひらがな/カタカナ/简体/繁體...)    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0000" y="2160000"/>
            <a:ext cx="5400000" cy="41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0" y="226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Keyboard Preview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0000" y="28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2000" y="29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60000" y="28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2000" y="29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60000" y="28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2000" y="29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60000" y="28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32000" y="29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60000" y="28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000" y="29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60000" y="37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32000" y="38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60000" y="37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2000" y="38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60000" y="37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32000" y="38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60000" y="37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32000" y="38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60000" y="37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000" y="38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ㅎ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60000" y="46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32000" y="47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60000" y="46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2000" y="47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60000" y="46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32000" y="47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ㅊ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60000" y="4608000"/>
            <a:ext cx="792000" cy="792000"/>
          </a:xfrm>
          <a:prstGeom prst="round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32000" y="4716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0000" y="5580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Changes reflect here in real-time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80000" y="6408000"/>
            <a:ext cx="1980000" cy="432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88000" y="6443999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Pretendard"/>
              </a:defRPr>
            </a:pPr>
            <a:r>
              <a:t>Reset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20000" y="6408000"/>
            <a:ext cx="1980000" cy="432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28000" y="6443999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444"/>
                </a:solidFill>
                <a:latin typeface="Pretendard"/>
              </a:defRPr>
            </a:pPr>
            <a:r>
              <a:t>Clear All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60000" y="6408000"/>
            <a:ext cx="1980000" cy="432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68000" y="6443999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ECB71"/>
                </a:solidFill>
                <a:latin typeface="Pretendard"/>
              </a:defRPr>
            </a:pPr>
            <a:r>
              <a:t>Apply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900000" y="6408000"/>
            <a:ext cx="1980000" cy="432000"/>
          </a:xfrm>
          <a:prstGeom prst="round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08000" y="6443999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Pretendard"/>
              </a:defRPr>
            </a:pPr>
            <a:r>
              <a:t>Cancel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Add Your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Pretendard"/>
              </a:defRPr>
            </a:pPr>
            <a:r>
              <a:t>Can't find your language? Create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520000"/>
            <a:ext cx="900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0" y="262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259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Enter Characters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0" y="2952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Type your alphabet /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0" y="331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3527999"/>
            <a:ext cx="900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0" y="3635999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3599999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Mark C or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3959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Consonant or Vowel for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4319999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4535998"/>
            <a:ext cx="900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0000" y="4643998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4607998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Pick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4967998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Lips / Tongue / Throat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0" y="5327998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0000" y="5543997"/>
            <a:ext cx="900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0000" y="5651997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0" y="5615997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0" y="5975997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.kn file created → ready to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Same Key → 6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One physical key, different scripts, same sound.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C040"/>
                </a:solidFill>
                <a:latin typeface="Pretendard"/>
              </a:defRPr>
            </a:pPr>
            <a:r>
              <a:t>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C0FF"/>
                </a:solidFill>
                <a:latin typeface="Pretendard"/>
              </a:defRPr>
            </a:pPr>
            <a: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080"/>
                </a:solidFill>
                <a:latin typeface="Pretendard"/>
              </a:defRPr>
            </a:pPr>
            <a:r>
              <a:t>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0FF80"/>
                </a:solidFill>
                <a:latin typeface="Pretendard"/>
              </a:defRPr>
            </a:pPr>
            <a:r>
              <a:t>ZH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80FF"/>
                </a:solidFill>
                <a:latin typeface="Pretendard"/>
              </a:defRPr>
            </a:pPr>
            <a:r>
              <a:t>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1620000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C080"/>
                </a:solidFill>
                <a:latin typeface="Pretendard"/>
              </a:defRPr>
            </a:pPr>
            <a:r>
              <a:t>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velar plosive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2088000"/>
            <a:ext cx="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C0FF"/>
                </a:solidFill>
                <a:latin typeface="Pretendard"/>
              </a:defRPr>
            </a:pPr>
            <a:r>
              <a:t>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080"/>
                </a:solidFill>
                <a:latin typeface="Pretendard"/>
              </a:defRPr>
            </a:pPr>
            <a:r>
              <a:t>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FF80"/>
                </a:solidFill>
                <a:latin typeface="Pretendard"/>
              </a:defRPr>
            </a:pPr>
            <a:r>
              <a:t>g/k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80FF"/>
                </a:solidFill>
                <a:latin typeface="Pretendard"/>
              </a:defRPr>
            </a:pPr>
            <a:r>
              <a:t>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51999" y="19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3999" y="20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080"/>
                </a:solidFill>
                <a:latin typeface="Pretendard"/>
              </a:defRPr>
            </a:pPr>
            <a:r>
              <a:t>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29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coronal nasal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0000" y="2988000"/>
            <a:ext cx="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C0FF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3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080"/>
                </a:solidFill>
                <a:latin typeface="Pretendard"/>
              </a:defRPr>
            </a:pPr>
            <a:r>
              <a:t>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FF80"/>
                </a:solidFill>
                <a:latin typeface="Pretendard"/>
              </a:defRPr>
            </a:pPr>
            <a:r>
              <a:t>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1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80FF"/>
                </a:solidFill>
                <a:latin typeface="Pretendard"/>
              </a:defRPr>
            </a:pPr>
            <a:r>
              <a:t>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51999" y="28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3999" y="29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080"/>
                </a:solidFill>
                <a:latin typeface="Pretendard"/>
              </a:defRPr>
            </a:pPr>
            <a:r>
              <a:t>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38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labial nasal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0000" y="3888000"/>
            <a:ext cx="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5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C0FF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3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080"/>
                </a:solidFill>
                <a:latin typeface="Pretendard"/>
              </a:defRPr>
            </a:pPr>
            <a:r>
              <a:t>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7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FF80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1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8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80FF"/>
                </a:solidFill>
                <a:latin typeface="Pretendard"/>
              </a:defRPr>
            </a:pPr>
            <a:r>
              <a:t>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51999" y="37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23999" y="38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080"/>
                </a:solidFill>
                <a:latin typeface="Pretendard"/>
              </a:defRPr>
            </a:pPr>
            <a:r>
              <a:t>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000" y="47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coronal plosive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20000" y="4788000"/>
            <a:ext cx="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5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2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9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C0FF"/>
                </a:solidFill>
                <a:latin typeface="Pretendard"/>
              </a:defRPr>
            </a:pPr>
            <a:r>
              <a:t>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3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0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080"/>
                </a:solidFill>
                <a:latin typeface="Pretendard"/>
              </a:defRPr>
            </a:pPr>
            <a:r>
              <a:t>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7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FF80"/>
                </a:solidFill>
                <a:latin typeface="Pretendard"/>
              </a:defRPr>
            </a:pPr>
            <a:r>
              <a:t>t/d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1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8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80FF"/>
                </a:solidFill>
                <a:latin typeface="Pretendard"/>
              </a:defRPr>
            </a:pPr>
            <a:r>
              <a:t>ت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51999" y="46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23999" y="47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080"/>
                </a:solidFill>
                <a:latin typeface="Pretendard"/>
              </a:defRPr>
            </a:pPr>
            <a:r>
              <a:t>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0000" y="56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Pretendard"/>
              </a:defRPr>
            </a:pPr>
            <a:r>
              <a:t>glottal fric.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20000" y="5688000"/>
            <a:ext cx="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C04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5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2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ㅎ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9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6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C0FF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3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0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080"/>
                </a:solidFill>
                <a:latin typeface="Pretendard"/>
              </a:defRPr>
            </a:pPr>
            <a:r>
              <a:t>は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7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4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FF80"/>
                </a:solidFill>
                <a:latin typeface="Pretendard"/>
              </a:defRPr>
            </a:pPr>
            <a:r>
              <a:t>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1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8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80FF"/>
                </a:solidFill>
                <a:latin typeface="Pretendard"/>
              </a:defRPr>
            </a:pPr>
            <a:r>
              <a:t>ه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51999" y="5580000"/>
            <a:ext cx="900000" cy="72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23999" y="5688000"/>
            <a:ext cx="75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080"/>
                </a:solidFill>
                <a:latin typeface="Pretendard"/>
              </a:defRPr>
            </a:pPr>
            <a:r>
              <a:t>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Shortcuts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80000" y="1620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1656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한/영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0000" y="1656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656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한↔영 전환 (기본)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0000" y="2232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0000" y="22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한/영 + 1~6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0000" y="226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2268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언어 선택 (1=KO 2=EN 3=JA 4=ZH 5=AR 6=RU)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0000" y="2844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000" y="28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한/영 + 0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288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288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언어 목록 팝업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0000" y="3456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349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한/영 +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0" y="3492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0" y="3492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Syntax Symphony ON/OFF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0000" y="4068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0000" y="410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Ctrl +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0" y="4104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4104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가상키보드 표시/숨김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" y="4680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0000" y="4716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ESC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0" y="4716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0" y="4716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입력 취소 / 팝업 닫기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000" y="5292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0000" y="532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1~9 (성조)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0" y="532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000" y="5328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동음이의 선택 (중국어 등)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0000" y="5904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0000" y="594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Shift + 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0000" y="594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0000" y="594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격음/경음 전환 (한국어)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000" y="6516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0000" y="65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Tab / ↑↓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0000" y="6552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0000" y="6552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블록 이동 (시각 장애인 지원)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0000" y="7128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0000" y="716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Enter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0000" y="7164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0000" y="7164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블록 선택 / 배치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0000" y="7740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60000" y="7776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0000" y="7776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0000" y="7776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검색창 열기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0000" y="8352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60000" y="838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Ctrl+S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0000" y="8388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0000" y="8388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설정 저장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0000" y="8964000"/>
            <a:ext cx="2520000" cy="503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60000" y="900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040"/>
                </a:solidFill>
                <a:latin typeface="Pretendard"/>
              </a:defRPr>
            </a:pPr>
            <a:r>
              <a:t>Ctrl+Z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0000" y="900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0000" y="900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초기화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Language Switch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00" y="2340000"/>
            <a:ext cx="2880000" cy="648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0000" y="2412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한/영 + 1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0" y="24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Korean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132000"/>
            <a:ext cx="2880000" cy="648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0000" y="3204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한/영 + 2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3204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000" y="3924000"/>
            <a:ext cx="2880000" cy="648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0000" y="3996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한/영 + 3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0" y="3996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日本語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0000" y="4716000"/>
            <a:ext cx="2880000" cy="648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0000" y="4788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한/영 + 4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0" y="4788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中文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0000" y="5508000"/>
            <a:ext cx="2880000" cy="648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0000" y="5580000"/>
            <a:ext cx="2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한/영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5580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Back to default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195+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78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0" y="18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7bit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0" y="378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8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378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Extra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0" y="1800000"/>
            <a:ext cx="25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~200B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0" y="378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Per Language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vs. Traditional 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680000" y="180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Traditional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180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C040"/>
                </a:solidFill>
                <a:latin typeface="Pretendard"/>
              </a:defRPr>
            </a:pPr>
            <a:r>
              <a:t>OmniType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916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34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Install per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23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23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One for 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564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988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Key layout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2988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Different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0" y="2988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Same sound = same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212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36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Legacy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3636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3636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Assembly-level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860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28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Switch hotkeys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428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One per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428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Just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5508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4932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File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4932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Tens of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000" y="4932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~200 bytes/lang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6156000"/>
            <a:ext cx="10440000" cy="7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5580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Pretendard"/>
              </a:defRPr>
            </a:pPr>
            <a:r>
              <a:t>Korean 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0000" y="55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444"/>
                </a:solidFill>
                <a:latin typeface="Pretendard"/>
              </a:defRPr>
            </a:pPr>
            <a:r>
              <a:t>Normal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55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B71"/>
                </a:solidFill>
                <a:latin typeface="Pretendard"/>
              </a:defRPr>
            </a:pPr>
            <a:r>
              <a:t>No number key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Pretendard"/>
              </a:defRPr>
            </a:pPr>
            <a:r>
              <a:t>Everyone types. Everyone should be able 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880000"/>
            <a:ext cx="504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0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Vibration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0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Haptic feedback for deaf-blind users.</a:t>
            </a:r>
            <a:br/>
            <a:r>
              <a:t>C/V phonemes as vibration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0" y="2880000"/>
            <a:ext cx="504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0" y="30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On/Off Toggle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0" y="360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Sound, vibration, visual keyboard</a:t>
            </a:r>
            <a:br/>
            <a:r>
              <a:t>each independently controllable.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680000"/>
            <a:ext cx="504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48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System Tray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540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Minimize to tray icon.</a:t>
            </a:r>
            <a:br/>
            <a:r>
              <a:t>Quick toggle via click or shortcut.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4680000"/>
            <a:ext cx="5040000" cy="1440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0" y="48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040"/>
                </a:solidFill>
                <a:latin typeface="Pretendard"/>
              </a:defRPr>
            </a:pPr>
            <a:r>
              <a:t>Settings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0" y="540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Preferences stored locally.</a:t>
            </a:r>
            <a:br/>
            <a:r>
              <a:t>Restored on every restart.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Safety Limiter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Pretendard"/>
              </a:defRPr>
            </a:pPr>
            <a:r>
              <a:t>Built-in protection against acoustic weaponization.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288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0000" y="302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Infrasound blocked (&lt;20Hz)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0" y="288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0" y="302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Ultrasound blocked (&gt;18kHz)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96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410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Binaural beats blocked (3-30Hz diff)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0" y="396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0" y="410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Body resonance blocked (organ/skull/eye)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0000" y="504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518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Weapon pattern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5040000"/>
            <a:ext cx="4680000" cy="7920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0" y="5184000"/>
            <a:ext cx="39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B71"/>
                </a:solidFill>
                <a:latin typeface="Pretendard"/>
              </a:defRPr>
            </a:pPr>
            <a:r>
              <a:t>Amplitude hard limiter (0.8 max)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0000" y="2340000"/>
            <a:ext cx="7920000" cy="1007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0" y="244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060"/>
                </a:solidFill>
                <a:latin typeface="Pretendard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28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UI + Settings + Virtual Keyboard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0000" y="3600000"/>
            <a:ext cx="7920000" cy="1007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0000" y="370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C040"/>
                </a:solidFill>
                <a:latin typeface="Pretendard"/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414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Encoding Engine + .kn Parser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0000" y="4860000"/>
            <a:ext cx="7920000" cy="1007999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49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0C0FF"/>
                </a:solidFill>
                <a:latin typeface="Pretendard"/>
              </a:defRPr>
            </a:pPr>
            <a:r>
              <a:t>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540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Key Intercept + Conversion (Legacy)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retendard"/>
              </a:defRPr>
            </a:pPr>
            <a:r>
              <a:t>One Keyboard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C040"/>
                </a:solidFill>
                <a:latin typeface="Pretendard"/>
              </a:defRPr>
            </a:pPr>
            <a:r>
              <a:t>Every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6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Pretendard"/>
              </a:defRPr>
            </a:pPr>
            <a:r>
              <a:t>OmniType OneBoard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7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4444"/>
                </a:solidFill>
                <a:latin typeface="Pretendard"/>
              </a:defRPr>
            </a:pPr>
            <a:r>
              <a:t>(c) 2026 Lee Sujin.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